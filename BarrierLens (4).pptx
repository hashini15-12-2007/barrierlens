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Host Grotesk Medium"/>
      <p:regular r:id="rId201314"/>
    </p:embeddedFont>
    <p:embeddedFont>
      <p:font typeface="Roboto"/>
      <p:regular r:id="rId201315"/>
    </p:embeddedFont>
    <p:embeddedFont>
      <p:font typeface="Robot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6021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BarrierLens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76228"/>
            <a:ext cx="6296860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Accessibility Barrier Detection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 of Computer Science, [Your College Name]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7141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Problem: Inaccessible Footpaths in India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36181"/>
            <a:ext cx="6296860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Many footpaths are hard to use for disabled people. Broken surfaces, parked vehicles, and poor signage make daily travel unsafe and slow. Communities lack a simple tool to spot and report these problems.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674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Four Common Barrier Types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36106"/>
            <a:ext cx="736582" cy="920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3136106"/>
            <a:ext cx="15671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Surface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290" y="3544788"/>
            <a:ext cx="1567121" cy="1133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large cracks and potholes that stop wheelchairs.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3136106"/>
            <a:ext cx="736582" cy="920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3136106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Obstruction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461" y="3544788"/>
            <a:ext cx="1567220" cy="1133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vendor carts or parked bikes blocking the path.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3136106"/>
            <a:ext cx="736582" cy="920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3136106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Transport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3544788"/>
            <a:ext cx="1567220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high bus steps and missing ramps at stops.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3136106"/>
            <a:ext cx="736582" cy="920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3136106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Visually Impaired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3000" y="3840063"/>
            <a:ext cx="1567220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missing tactile tiles or unclear crossings.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5256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Solution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26680"/>
            <a:ext cx="690644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phone camera + a small local AI model to detect barriers on the spot.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3622774"/>
            <a:ext cx="6296860" cy="98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 camera at path</a:t>
            </a:r>
            <a:endParaRPr lang="en-US" sz="1450" dirty="0"/>
          </a:p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detects barrier type and shows simple advice</a:t>
            </a:r>
            <a:endParaRPr lang="en-US" sz="1450" dirty="0"/>
          </a:p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can save or share the location and photo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5256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a 623MB Local Model?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26680"/>
            <a:ext cx="690644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We use a 623MB local model (Qwen3 Q6_K) for three main reasons:   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3622774"/>
            <a:ext cx="6296860" cy="98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Privacy: Photos do not leave the phone — no internet needed.</a:t>
            </a:r>
            <a:endParaRPr lang="en-US" sz="1450" dirty="0"/>
          </a:p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Speed: On-device inference gives faster feedback.</a:t>
            </a:r>
            <a:endParaRPr lang="en-US" sz="1450" dirty="0"/>
          </a:p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Offline use: Works in areas with poor or no network.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How It Works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30412"/>
            <a:ext cx="10868745" cy="47712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05207" y="4677273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Capture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505207" y="5055443"/>
            <a:ext cx="1905200" cy="422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a photo with your phone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54423" y="4603994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854423" y="4982164"/>
            <a:ext cx="1905200" cy="422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result and save or share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195516" y="1730747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Analyse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195516" y="2108917"/>
            <a:ext cx="1905200" cy="422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model classifies the barrier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6136580"/>
            <a:ext cx="11478330" cy="20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flow: Capture → Analyse (local) → Act (save/report).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20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Demo &amp; Results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91569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36192"/>
            <a:ext cx="5813379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We tested 50 street images from local areas:       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2689721"/>
            <a:ext cx="5203794" cy="1549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Accuracy: clear detections for Surface and Obstruction cases</a:t>
            </a:r>
            <a:endParaRPr lang="en-US" sz="1450" dirty="0"/>
          </a:p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Fast: average response under 2 seconds on a mid-range phone</a:t>
            </a:r>
            <a:endParaRPr lang="en-US" sz="1450" dirty="0"/>
          </a:p>
          <a:p>
            <a:pPr algn="l" marL="294640" indent="-29464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feedback: people found the labels and photos helpful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451846"/>
            <a:ext cx="5203794" cy="1001514"/>
          </a:xfrm>
          <a:prstGeom prst="roundRect">
            <a:avLst>
              <a:gd name="adj" fmla="val 7927"/>
            </a:avLst>
          </a:prstGeom>
          <a:solidFill>
            <a:srgbClr val="D9EDF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725888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669135"/>
            <a:ext cx="440053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dataset and logs available on request (for academic review).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6021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76228"/>
            <a:ext cx="6296860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Questions? Contact: yourname@college.edu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demo and code available on request.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2026-09-30T04:49:10Z</dcterms:created>
  <dcterms:modified xsi:type="dcterms:W3CDTF">2026-09-30T04:49:10Z</dcterms:modified>
</cp:coreProperties>
</file>